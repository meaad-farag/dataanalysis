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2" r:id="rId7"/>
    <p:sldId id="319" r:id="rId8"/>
    <p:sldId id="313" r:id="rId9"/>
    <p:sldId id="320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60" autoAdjust="0"/>
  </p:normalViewPr>
  <p:slideViewPr>
    <p:cSldViewPr snapToGrid="0">
      <p:cViewPr varScale="1">
        <p:scale>
          <a:sx n="60" d="100"/>
          <a:sy n="60" d="100"/>
        </p:scale>
        <p:origin x="453" y="41"/>
      </p:cViewPr>
      <p:guideLst/>
    </p:cSldViewPr>
  </p:slideViewPr>
  <p:outlineViewPr>
    <p:cViewPr>
      <p:scale>
        <a:sx n="33" d="100"/>
        <a:sy n="33" d="100"/>
      </p:scale>
      <p:origin x="0" y="-44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14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65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927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775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98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442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32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85251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4494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4504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271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302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004688-7200-27A0-AED2-FDEA0C50E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962AE0E-CD08-E4A3-B4FB-58E3FB60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942343E8-72A7-5457-2C99-D033A36FF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1C19E638-91EB-75DC-9458-EA0229C044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6E02EB3D-A45E-B4B7-9E49-65E6921C6D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ED0F2C-33C6-33F8-D25A-653073FA8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6C992DF-7C76-80E6-220E-5545B437E8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532E4B2-6FAE-2363-8842-E08A265B0F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D7AE19E9-E19F-29AF-639C-44EB5FB5E3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FC6B75DA-401A-8C4D-421A-4A0230030C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83B7B7D8-FAE1-EF25-3177-C597CA2855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D8189C2B-39BF-F3AD-761F-3EC5A413936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9B3C11E0-E220-6347-106F-7361EEF4B7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79AAD932-DEE5-826A-1B8E-BF1B2B2BB3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A9BA9C23-F16A-423E-DB70-2BBBE58B0C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237FA726-DD02-A25D-C698-4FB16B377C4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A0991B4B-EDB7-1AEE-679D-75A7958333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198D13E0-51CA-CC43-BFAD-752CD4E5ED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979DDC47-298E-AFD7-CE86-9F24018FCB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FDF6497C-C9D8-77C1-9EC1-AA3DC693FD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F94954A5-B504-9802-E8A3-D92A434B215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26CA4C70-E5AD-FFC4-4F64-9029A88E1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C2F66C97-233E-069E-842E-FC7DD613F3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AA0F3696-6B0D-543A-4D40-8B145249CBF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29D21825-8498-CADF-8EB5-D08C5C4348E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D1EBC7BA-66A7-56E5-19F7-65B9A2BE6EB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41A6EA28-930F-EBBA-43EE-6CB627294A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5297B34D-B81D-6350-4194-484D7EC282F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DD7C599E-910F-8D88-3AA0-B24C9A79E13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E663B789-16D2-7968-1AB9-E036E4D4285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BE4D28C-9D5D-2CDF-4E98-5D046F140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19D439ED-096C-BC38-ECCB-78B2B5178F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E820AB2-DB7A-A79D-FAE4-35AC3D677C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88E5C4B-5B7B-FDA4-A576-7854A9D159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E3C02BC9-4E4F-3743-8563-808D6A0B437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D0EF96EA-252F-062A-E566-42ABC6B903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58DCE928-965C-EA85-F5C1-24E19E4585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B5B70EF0-D01D-E5DD-0234-6B93EE439E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CA0351E2-397A-7FC9-6BE5-A3018AAB2BD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EE4DD70-FCD0-DFFE-52A6-0DE9BC2331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466F87F-6F35-E28C-1556-6383A82F7F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D4FD8A8E-2B46-F940-BD0E-086FCF7666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7532BE26-5B7C-EE9E-4191-8A54CDBBD6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BFC8ECE6-D59A-9EE4-CB81-D6162F00D8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080BC2-EE72-5D70-6666-DEBC49165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93AA0A3-2A8A-2332-F348-F88D6E1F3B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4355255-9D4E-147B-DA9E-4FFB14E7C1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0C229BCD-A083-BC81-2151-41E4947E04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F138DCEE-5B8D-D5E5-54B6-6B0BA01F6E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F00BD61F-0747-E748-6BFB-CB875F4942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07C45B1B-92EA-5E82-24D1-931DB8AF99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11B1265-0119-731D-E758-7C0BAFE4B5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35056C9E-95B1-E743-9A73-5A39803B74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873B7450-9F65-5384-2976-127FD87757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3FE1A96-9FB8-DD4B-5EB8-26A91007B6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07C997E7-D2EC-2533-34E1-ADA752DD0A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CDFD69D0-D4F6-6990-4E0A-C6FEB0CE49B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825CB36E-9726-A54C-5717-F6A428FED5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F8184497-7251-D4E9-F39C-EE556E4B1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835D68A6-6C40-806B-C58A-25B22D6BC6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E36097E1-57E6-7188-7C0D-36C56EF55F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9C1BAB2A-BA9C-8C5A-13B8-CE9C056AE6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4F8DCA4A-A0D6-514F-47BB-541F133C69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0BEDD737-7AD9-32AF-DA50-AE940D883A1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361792E-BF11-44DD-3900-9EE92815F3E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EF08723B-66BF-73AE-106A-58DBBBABFA3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866A6C7D-739E-6ED2-8DC9-F62F969772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3CAE0274-E38E-54A4-13C4-FFD1A9DDC6C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7561DEAF-B810-94D1-71BB-2116BFFFA7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23C31A5-9409-F839-90BA-3883DC5323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2742EC4-5A1C-631E-398C-F3C5A9C4A2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2C0A335-0DBB-9CDA-7CB6-64689BB782A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C21B6FD8-0F3F-70F9-2457-87BB8AAB793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44ACA065-23B9-0399-85C9-8821480A7DD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360F78FE-550E-F182-27C9-8D0D0411F4D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BEC42F-0A94-4DB3-9210-90D9BA7610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4639297D-A086-3111-DE35-3ADFC63EC52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0A57F373-E650-007D-EF3A-125835724B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F7AA1C2-3BC9-2CC2-246C-891EEAAAAA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095730D-9E3D-CB3A-4FF1-D9B51A162A3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FDC9A03-E7DE-3D3E-74F8-C2990A5082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3B430687-A11D-CFC5-B7C6-AF9A479146F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F9EEDCBB-CCC4-61BB-3480-8D21A3D2F1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0038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0518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4021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8089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8381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844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9E50B4-1616-9029-9FC0-901DDF9B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9680" y="0"/>
            <a:ext cx="7742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07" y="430521"/>
            <a:ext cx="3389065" cy="1847528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54839" y="2511829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FFBCF-911F-5818-60FE-B018CA6773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307" y="2745610"/>
            <a:ext cx="3389065" cy="3499611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marL="0" indent="0" algn="ctr">
              <a:buNone/>
            </a:pPr>
            <a:r>
              <a:rPr lang="en-US" dirty="0"/>
              <a:t>Click to add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79988" y="430521"/>
            <a:ext cx="6681704" cy="60192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5237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0"/>
            <a:ext cx="5170860" cy="4869882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D3DA45-FD99-405B-8BF9-260DD97C0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C2A03C-F372-4C6D-929D-FD97AD43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FEDBB3-0BD6-41BC-BB57-9FEC2E96C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D12B81D-3F14-4DA1-BECA-6698248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4" name="Freeform 68">
                  <a:extLst>
                    <a:ext uri="{FF2B5EF4-FFF2-40B4-BE49-F238E27FC236}">
                      <a16:creationId xmlns:a16="http://schemas.microsoft.com/office/drawing/2014/main" id="{EA11E57D-88DD-4899-907A-2A5772002F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" name="Freeform 69">
                  <a:extLst>
                    <a:ext uri="{FF2B5EF4-FFF2-40B4-BE49-F238E27FC236}">
                      <a16:creationId xmlns:a16="http://schemas.microsoft.com/office/drawing/2014/main" id="{7A5AEE18-30A4-4777-975F-02D107A171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" name="Line 70">
                  <a:extLst>
                    <a:ext uri="{FF2B5EF4-FFF2-40B4-BE49-F238E27FC236}">
                      <a16:creationId xmlns:a16="http://schemas.microsoft.com/office/drawing/2014/main" id="{39EA21FB-AE36-478E-9770-CB84281439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C45D5C4-2D3A-4F84-BED1-D9B75234B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1" name="Freeform 68">
                  <a:extLst>
                    <a:ext uri="{FF2B5EF4-FFF2-40B4-BE49-F238E27FC236}">
                      <a16:creationId xmlns:a16="http://schemas.microsoft.com/office/drawing/2014/main" id="{259762E8-7432-4501-9FE5-92B04D37C7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" name="Freeform 69">
                  <a:extLst>
                    <a:ext uri="{FF2B5EF4-FFF2-40B4-BE49-F238E27FC236}">
                      <a16:creationId xmlns:a16="http://schemas.microsoft.com/office/drawing/2014/main" id="{FF91FD3E-0148-4B50-8906-7D9CD382A3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506FA1AD-488A-4FD4-A79F-4343698EA7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79776F-EEB5-464D-19DD-92EC7B3B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09A16CC-7006-C92A-F15C-618A3235A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35D8D8D-001E-352F-FE03-CC3EE1D7C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CE1C6F-D1A5-FD45-5120-8F87F05DCF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9" name="Freeform 68">
                  <a:extLst>
                    <a:ext uri="{FF2B5EF4-FFF2-40B4-BE49-F238E27FC236}">
                      <a16:creationId xmlns:a16="http://schemas.microsoft.com/office/drawing/2014/main" id="{FE946A41-95B9-A9F4-17ED-A011312446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69">
                  <a:extLst>
                    <a:ext uri="{FF2B5EF4-FFF2-40B4-BE49-F238E27FC236}">
                      <a16:creationId xmlns:a16="http://schemas.microsoft.com/office/drawing/2014/main" id="{FDFB515A-8805-F10C-2933-35BDDF1DD3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Line 70">
                  <a:extLst>
                    <a:ext uri="{FF2B5EF4-FFF2-40B4-BE49-F238E27FC236}">
                      <a16:creationId xmlns:a16="http://schemas.microsoft.com/office/drawing/2014/main" id="{F63B17C2-189B-28FA-8876-976CC481C7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13E90FB-54AC-A2FC-9D01-C95ACC91FC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5" name="Freeform 68">
                  <a:extLst>
                    <a:ext uri="{FF2B5EF4-FFF2-40B4-BE49-F238E27FC236}">
                      <a16:creationId xmlns:a16="http://schemas.microsoft.com/office/drawing/2014/main" id="{58A6A556-AB2C-1636-63D4-9E2806E3671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A43047F1-413F-99DB-01CC-293FC1813A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47C2B72F-C97F-770D-5F99-50DD97EB27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72699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1"/>
            <a:ext cx="5160757" cy="297299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Subtitle 7">
            <a:extLst>
              <a:ext uri="{FF2B5EF4-FFF2-40B4-BE49-F238E27FC236}">
                <a16:creationId xmlns:a16="http://schemas.microsoft.com/office/drawing/2014/main" id="{C2777538-58E6-494C-A27B-B70346B0F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643" y="4081727"/>
            <a:ext cx="5160757" cy="1780513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1800" kern="1200" cap="all" spc="3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>
                <a:cs typeface="Calibri"/>
              </a:rPr>
              <a:t>Click to add subtitle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1D5DFE-8F3F-B784-41B0-31F1C534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8FF8C9-13C5-56E2-15F0-726312FF5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4867E99-B662-B6E9-E6E5-C3407AF41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7278895-DA26-C127-87C0-697FD9488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830A98F7-AE8F-57AF-4A98-D9FDD5E348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04E85AAB-DBFC-9EFB-0839-BD3BF907CB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FB82D752-7675-919F-1F4E-A662D638CA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315DAC7-8F1F-7516-6093-EF240456E2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8784DA3A-66FB-8A56-0830-9C7BAE1BDF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17465245-FA5B-23A6-733F-92E4C7D22B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E5934380-F9D4-5C01-360B-793C27BC6B1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D2A0D6-CCC5-0E52-3DEA-FC7EDC9C4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952F4BA-7236-1B1C-5216-B9BE515C7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555DC04-CCBE-6784-2184-F53E6BB5E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B9A340D-1663-7DA9-73AE-9B675EF50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8" name="Freeform 68">
                  <a:extLst>
                    <a:ext uri="{FF2B5EF4-FFF2-40B4-BE49-F238E27FC236}">
                      <a16:creationId xmlns:a16="http://schemas.microsoft.com/office/drawing/2014/main" id="{79252168-D1D9-C3CD-EFC8-41C970A058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69">
                  <a:extLst>
                    <a:ext uri="{FF2B5EF4-FFF2-40B4-BE49-F238E27FC236}">
                      <a16:creationId xmlns:a16="http://schemas.microsoft.com/office/drawing/2014/main" id="{BD3D9A06-E42E-5D13-8785-3C0D11DE16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0" name="Line 70">
                  <a:extLst>
                    <a:ext uri="{FF2B5EF4-FFF2-40B4-BE49-F238E27FC236}">
                      <a16:creationId xmlns:a16="http://schemas.microsoft.com/office/drawing/2014/main" id="{21834AF8-71F0-5841-4EC6-634FD9FE3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D1C1DDF-35C6-613D-DA7C-81FC3E0E96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5" name="Freeform 68">
                  <a:extLst>
                    <a:ext uri="{FF2B5EF4-FFF2-40B4-BE49-F238E27FC236}">
                      <a16:creationId xmlns:a16="http://schemas.microsoft.com/office/drawing/2014/main" id="{F63E067E-30E2-CF93-0F3E-7766C716D4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69">
                  <a:extLst>
                    <a:ext uri="{FF2B5EF4-FFF2-40B4-BE49-F238E27FC236}">
                      <a16:creationId xmlns:a16="http://schemas.microsoft.com/office/drawing/2014/main" id="{E1121437-B5EB-87F8-77CC-3B28244521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Line 70">
                  <a:extLst>
                    <a:ext uri="{FF2B5EF4-FFF2-40B4-BE49-F238E27FC236}">
                      <a16:creationId xmlns:a16="http://schemas.microsoft.com/office/drawing/2014/main" id="{0FC3E6C1-F30C-BEBC-7EBD-1D93DCD05B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24389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D905AD-2C09-A80F-FBF0-4F45A7A148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3" y="400049"/>
            <a:ext cx="8647721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F87AC4-493F-1EB8-D127-C21530FA824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3" y="1997132"/>
            <a:ext cx="8652793" cy="4232218"/>
          </a:xfrm>
        </p:spPr>
        <p:txBody>
          <a:bodyPr lIns="0">
            <a:normAutofit/>
          </a:bodyPr>
          <a:lstStyle>
            <a:lvl1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100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3pPr>
            <a:lvl4pPr marL="136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4pPr>
            <a:lvl5pPr marL="172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BE6897-C551-2BCB-F552-C4B761D2C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57063" y="457964"/>
            <a:ext cx="2211229" cy="2707415"/>
            <a:chOff x="9728105" y="457964"/>
            <a:chExt cx="2211229" cy="27074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8215B7C-A98D-6F6C-9039-6F2AAEEFD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84D4E7B-7775-1603-2C3F-5C265357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F97B093-B348-8A25-789A-743A43E903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0732DEA9-6233-9CDE-64C6-744FC6CD6E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Rectangle 30">
                  <a:extLst>
                    <a:ext uri="{FF2B5EF4-FFF2-40B4-BE49-F238E27FC236}">
                      <a16:creationId xmlns:a16="http://schemas.microsoft.com/office/drawing/2014/main" id="{9274C521-E533-D3E5-CE64-E3A3AEC0FE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" name="Rectangle 30">
                  <a:extLst>
                    <a:ext uri="{FF2B5EF4-FFF2-40B4-BE49-F238E27FC236}">
                      <a16:creationId xmlns:a16="http://schemas.microsoft.com/office/drawing/2014/main" id="{2C69CF99-91AA-9E24-24AE-5A89748B4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35D6C12-B227-D277-0499-FA2765DB20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01FCD87F-4621-47F3-CC5C-A1A8F67332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CA7C3364-8305-C08F-4132-18DA2D39BF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093390-6F0E-5ED5-5DAF-40FF11548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AA9FA7-0165-F161-72DC-F2E001FCF3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9F185D91-004D-5474-3DD0-9153A2AEA2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D995CD54-9374-D2B3-957D-6925B750A6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53" name="Line 70">
                <a:extLst>
                  <a:ext uri="{FF2B5EF4-FFF2-40B4-BE49-F238E27FC236}">
                    <a16:creationId xmlns:a16="http://schemas.microsoft.com/office/drawing/2014/main" id="{EDCD4830-6A47-A59E-6569-B352E6D66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00E8D63-E827-790A-519A-B36BFBDE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3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08D1ED-4589-9577-8D42-858F2E005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9740417" y="3721100"/>
            <a:ext cx="2211229" cy="2707415"/>
            <a:chOff x="9728105" y="457964"/>
            <a:chExt cx="2211229" cy="2707415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657C24A-988F-290D-0D82-858C3E574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3AB3F4C6-5635-3075-CCEA-4675932DD4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02F5D12D-62A1-0F12-12B0-572BA5657E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E47EADA3-585F-FC49-7481-AF5B4DA093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Rectangle 30">
                  <a:extLst>
                    <a:ext uri="{FF2B5EF4-FFF2-40B4-BE49-F238E27FC236}">
                      <a16:creationId xmlns:a16="http://schemas.microsoft.com/office/drawing/2014/main" id="{DFB52899-BBD4-527C-5990-88BF84565D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7" name="Rectangle 30">
                  <a:extLst>
                    <a:ext uri="{FF2B5EF4-FFF2-40B4-BE49-F238E27FC236}">
                      <a16:creationId xmlns:a16="http://schemas.microsoft.com/office/drawing/2014/main" id="{653A3527-A6E3-89A6-71ED-9A7D8EBA4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D03B7A9-CD70-40B9-650E-43C78D4F1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451CBB11-40F3-F130-BA91-6311C58CB1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CCB9535-280C-59F1-2408-AFAD8D1BE2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4493786-0B0A-24D5-26A9-8E820E6AB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F66FA07F-4726-2875-B812-6BCC5ABCC2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38" name="Freeform 68">
                  <a:extLst>
                    <a:ext uri="{FF2B5EF4-FFF2-40B4-BE49-F238E27FC236}">
                      <a16:creationId xmlns:a16="http://schemas.microsoft.com/office/drawing/2014/main" id="{A3457F2F-D92C-2F19-7ECB-5110F6A2BB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9" name="Freeform 69">
                  <a:extLst>
                    <a:ext uri="{FF2B5EF4-FFF2-40B4-BE49-F238E27FC236}">
                      <a16:creationId xmlns:a16="http://schemas.microsoft.com/office/drawing/2014/main" id="{6ABA0333-6EC3-6BEF-E476-C0072364AA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37" name="Line 70">
                <a:extLst>
                  <a:ext uri="{FF2B5EF4-FFF2-40B4-BE49-F238E27FC236}">
                    <a16:creationId xmlns:a16="http://schemas.microsoft.com/office/drawing/2014/main" id="{D9E689F1-3CC0-2CE6-27B1-34AA1949B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811096D-7051-CD8E-3C9B-63077216B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375748-D6D7-A497-C19F-581BC093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AC1AD6-D101-6CA6-45FC-DC48C0F32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445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8408" y="1187450"/>
            <a:ext cx="6255903" cy="2996901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6B76DB-2767-87C4-10EE-4BBBF284112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286000" y="4557712"/>
            <a:ext cx="7659688" cy="1639275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None/>
              <a:defRPr lang="en-US" sz="1800" kern="1200" cap="all" spc="30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F4A9DA-0E0F-BB15-37FE-7C47230AF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D7EE9A-A325-1078-BB60-9FC75CAEB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8" name="Freeform 64">
                <a:extLst>
                  <a:ext uri="{FF2B5EF4-FFF2-40B4-BE49-F238E27FC236}">
                    <a16:creationId xmlns:a16="http://schemas.microsoft.com/office/drawing/2014/main" id="{E3B36E34-9750-EC15-036F-4B675C295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81">
                <a:extLst>
                  <a:ext uri="{FF2B5EF4-FFF2-40B4-BE49-F238E27FC236}">
                    <a16:creationId xmlns:a16="http://schemas.microsoft.com/office/drawing/2014/main" id="{06586384-27A4-246C-E62A-33558F884F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0" name="Freeform 61">
                <a:extLst>
                  <a:ext uri="{FF2B5EF4-FFF2-40B4-BE49-F238E27FC236}">
                    <a16:creationId xmlns:a16="http://schemas.microsoft.com/office/drawing/2014/main" id="{5AA0A056-987B-0766-D8E8-C8D89A7EC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B8359D64-1AAE-C3D6-1AEB-701A90268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" name="Freeform 84">
                <a:extLst>
                  <a:ext uri="{FF2B5EF4-FFF2-40B4-BE49-F238E27FC236}">
                    <a16:creationId xmlns:a16="http://schemas.microsoft.com/office/drawing/2014/main" id="{40C577F2-9B8C-9987-0FDA-0B46E995A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3" name="Freeform 87">
                <a:extLst>
                  <a:ext uri="{FF2B5EF4-FFF2-40B4-BE49-F238E27FC236}">
                    <a16:creationId xmlns:a16="http://schemas.microsoft.com/office/drawing/2014/main" id="{E4A8A441-14F2-1181-7C03-9AF4D75DE0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4" name="Freeform 60">
                <a:extLst>
                  <a:ext uri="{FF2B5EF4-FFF2-40B4-BE49-F238E27FC236}">
                    <a16:creationId xmlns:a16="http://schemas.microsoft.com/office/drawing/2014/main" id="{3A0F5B06-DAD1-414A-4045-AC17788009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5" name="Freeform 59">
                <a:extLst>
                  <a:ext uri="{FF2B5EF4-FFF2-40B4-BE49-F238E27FC236}">
                    <a16:creationId xmlns:a16="http://schemas.microsoft.com/office/drawing/2014/main" id="{6EAB1EB7-4688-82CC-051F-DB66DE38B8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6" name="Freeform 62">
                <a:extLst>
                  <a:ext uri="{FF2B5EF4-FFF2-40B4-BE49-F238E27FC236}">
                    <a16:creationId xmlns:a16="http://schemas.microsoft.com/office/drawing/2014/main" id="{A9AB2401-8BD6-D082-7D34-198A6545D1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3A90FDBC-4B7A-EDE5-0D04-338D0D4465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8" name="Freeform 79">
                <a:extLst>
                  <a:ext uri="{FF2B5EF4-FFF2-40B4-BE49-F238E27FC236}">
                    <a16:creationId xmlns:a16="http://schemas.microsoft.com/office/drawing/2014/main" id="{A8D3C6B9-6FD6-25DA-E318-38517D172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9" name="Freeform 82">
                <a:extLst>
                  <a:ext uri="{FF2B5EF4-FFF2-40B4-BE49-F238E27FC236}">
                    <a16:creationId xmlns:a16="http://schemas.microsoft.com/office/drawing/2014/main" id="{7B45605F-50DD-B936-79D0-4D5D3DCCF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0" name="Freeform 85">
                <a:extLst>
                  <a:ext uri="{FF2B5EF4-FFF2-40B4-BE49-F238E27FC236}">
                    <a16:creationId xmlns:a16="http://schemas.microsoft.com/office/drawing/2014/main" id="{AA2CCC3A-D444-734A-6925-5778565003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1" name="Freeform 88">
                <a:extLst>
                  <a:ext uri="{FF2B5EF4-FFF2-40B4-BE49-F238E27FC236}">
                    <a16:creationId xmlns:a16="http://schemas.microsoft.com/office/drawing/2014/main" id="{A2BD9A0D-1346-B3F5-7383-79EB805AB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6EB22E5-C3DE-A015-B732-9C99977BB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53" name="Line 63">
                  <a:extLst>
                    <a:ext uri="{FF2B5EF4-FFF2-40B4-BE49-F238E27FC236}">
                      <a16:creationId xmlns:a16="http://schemas.microsoft.com/office/drawing/2014/main" id="{93CF15FE-A466-3FBE-1E87-307BF004FC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4" name="Line 66">
                  <a:extLst>
                    <a:ext uri="{FF2B5EF4-FFF2-40B4-BE49-F238E27FC236}">
                      <a16:creationId xmlns:a16="http://schemas.microsoft.com/office/drawing/2014/main" id="{3C84471E-53D8-C7CA-359C-EA3D084335B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Line 67">
                  <a:extLst>
                    <a:ext uri="{FF2B5EF4-FFF2-40B4-BE49-F238E27FC236}">
                      <a16:creationId xmlns:a16="http://schemas.microsoft.com/office/drawing/2014/main" id="{BC3DC9EB-7ADF-8A40-A0B1-806A49FDD1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6" name="Line 80">
                  <a:extLst>
                    <a:ext uri="{FF2B5EF4-FFF2-40B4-BE49-F238E27FC236}">
                      <a16:creationId xmlns:a16="http://schemas.microsoft.com/office/drawing/2014/main" id="{A9814A17-E78A-F4E9-E11C-91D474D977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7" name="Line 83">
                  <a:extLst>
                    <a:ext uri="{FF2B5EF4-FFF2-40B4-BE49-F238E27FC236}">
                      <a16:creationId xmlns:a16="http://schemas.microsoft.com/office/drawing/2014/main" id="{317CBEE3-C973-721D-F6E1-B01AB3846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8" name="Line 86">
                  <a:extLst>
                    <a:ext uri="{FF2B5EF4-FFF2-40B4-BE49-F238E27FC236}">
                      <a16:creationId xmlns:a16="http://schemas.microsoft.com/office/drawing/2014/main" id="{B94FEC87-B417-D6A3-C64B-28FBFF77E6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9" name="Line 89">
                  <a:extLst>
                    <a:ext uri="{FF2B5EF4-FFF2-40B4-BE49-F238E27FC236}">
                      <a16:creationId xmlns:a16="http://schemas.microsoft.com/office/drawing/2014/main" id="{E06EF271-57E5-EEF4-D040-2024C9C5E2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6F3B2D-71C3-22D2-3FE7-AEB56473B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7575CCE-8AB7-7F62-6647-54A79E708F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B17ABC5D-B6B9-F1AF-A5E6-4E86BF3973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9D90BB42-FD51-C2C9-345D-87DED4AC79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385D3C2A-6509-6882-27B6-96C8742214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Rectangle 30">
                  <a:extLst>
                    <a:ext uri="{FF2B5EF4-FFF2-40B4-BE49-F238E27FC236}">
                      <a16:creationId xmlns:a16="http://schemas.microsoft.com/office/drawing/2014/main" id="{4BF0830E-092E-8582-FD37-25EBB95D93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380A303-EA12-90C6-733E-C85628E6E9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41257D7-35B4-17E4-164F-621D979A03D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6F3910AB-8CA8-F456-4738-9F48854BD06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586CB42-F5B6-83EC-94BC-143860A11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35060AB-ED2F-208F-81B5-BEB45F802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6E687AEB-A199-BAD0-2E9A-3ACBFE2841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DAFE85D5-581E-A320-6774-95E0233C56C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7270347A-DB8B-CFEA-D5B1-DBC3659BBE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1965131-3F3E-E213-B710-81D71722A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A3D07104-0A30-F679-34AF-C21FD6FACE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B13E5798-2DCB-9131-C54F-6F0D08D86F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2F125324-9871-5BDF-13D3-6E4113AFD0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E0CCD1F-2B54-D361-E053-5FF87DD5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2855" y="716800"/>
            <a:ext cx="3838575" cy="5583025"/>
            <a:chOff x="199766" y="716800"/>
            <a:chExt cx="3838575" cy="5583025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3F3EEBC-EBC4-0038-38A9-A494FED7A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80" name="Freeform 64">
                <a:extLst>
                  <a:ext uri="{FF2B5EF4-FFF2-40B4-BE49-F238E27FC236}">
                    <a16:creationId xmlns:a16="http://schemas.microsoft.com/office/drawing/2014/main" id="{581DA3CF-C0A0-8E1A-B2CA-B465ACA6C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1" name="Freeform 81">
                <a:extLst>
                  <a:ext uri="{FF2B5EF4-FFF2-40B4-BE49-F238E27FC236}">
                    <a16:creationId xmlns:a16="http://schemas.microsoft.com/office/drawing/2014/main" id="{DB32943F-D66E-F068-1ECE-FF375616F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2" name="Freeform 61">
                <a:extLst>
                  <a:ext uri="{FF2B5EF4-FFF2-40B4-BE49-F238E27FC236}">
                    <a16:creationId xmlns:a16="http://schemas.microsoft.com/office/drawing/2014/main" id="{3B13BE8F-A9CD-C462-43E9-D182FCF05E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3" name="Freeform 78">
                <a:extLst>
                  <a:ext uri="{FF2B5EF4-FFF2-40B4-BE49-F238E27FC236}">
                    <a16:creationId xmlns:a16="http://schemas.microsoft.com/office/drawing/2014/main" id="{F75852E9-400B-CA0A-4A1A-0B754AE008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84">
                <a:extLst>
                  <a:ext uri="{FF2B5EF4-FFF2-40B4-BE49-F238E27FC236}">
                    <a16:creationId xmlns:a16="http://schemas.microsoft.com/office/drawing/2014/main" id="{1D8ECB49-B6E6-DA8C-61EE-CB6BB20FF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5" name="Freeform 87">
                <a:extLst>
                  <a:ext uri="{FF2B5EF4-FFF2-40B4-BE49-F238E27FC236}">
                    <a16:creationId xmlns:a16="http://schemas.microsoft.com/office/drawing/2014/main" id="{53A3DB70-240A-ADEB-E7B2-84B3837F4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6" name="Freeform 60">
                <a:extLst>
                  <a:ext uri="{FF2B5EF4-FFF2-40B4-BE49-F238E27FC236}">
                    <a16:creationId xmlns:a16="http://schemas.microsoft.com/office/drawing/2014/main" id="{9B713D37-E240-145B-9C3E-F8D262CF7B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17B81BF5-2C3A-46BE-E721-022FD3C1F4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Freeform 62">
                <a:extLst>
                  <a:ext uri="{FF2B5EF4-FFF2-40B4-BE49-F238E27FC236}">
                    <a16:creationId xmlns:a16="http://schemas.microsoft.com/office/drawing/2014/main" id="{2885C111-E5DD-8443-FE17-0569B46EC8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9" name="Freeform 65">
                <a:extLst>
                  <a:ext uri="{FF2B5EF4-FFF2-40B4-BE49-F238E27FC236}">
                    <a16:creationId xmlns:a16="http://schemas.microsoft.com/office/drawing/2014/main" id="{029DD684-1B88-2889-DA3A-5870D67614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0" name="Freeform 79">
                <a:extLst>
                  <a:ext uri="{FF2B5EF4-FFF2-40B4-BE49-F238E27FC236}">
                    <a16:creationId xmlns:a16="http://schemas.microsoft.com/office/drawing/2014/main" id="{3C566D20-0174-75CC-D855-AB274699D8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1" name="Freeform 82">
                <a:extLst>
                  <a:ext uri="{FF2B5EF4-FFF2-40B4-BE49-F238E27FC236}">
                    <a16:creationId xmlns:a16="http://schemas.microsoft.com/office/drawing/2014/main" id="{36A8E32A-151B-A3D3-49DE-6008D6C45F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Freeform 85">
                <a:extLst>
                  <a:ext uri="{FF2B5EF4-FFF2-40B4-BE49-F238E27FC236}">
                    <a16:creationId xmlns:a16="http://schemas.microsoft.com/office/drawing/2014/main" id="{76E7A491-283C-6A17-EB8C-B02383E9A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3" name="Freeform 88">
                <a:extLst>
                  <a:ext uri="{FF2B5EF4-FFF2-40B4-BE49-F238E27FC236}">
                    <a16:creationId xmlns:a16="http://schemas.microsoft.com/office/drawing/2014/main" id="{E91E0A05-94DE-D7F7-3A60-DEA330713B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FF3DE174-682A-6361-8639-CDA2D81AA0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5" name="Line 63">
                  <a:extLst>
                    <a:ext uri="{FF2B5EF4-FFF2-40B4-BE49-F238E27FC236}">
                      <a16:creationId xmlns:a16="http://schemas.microsoft.com/office/drawing/2014/main" id="{2234DE9F-CB30-6186-5B72-493836DF14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6" name="Line 66">
                  <a:extLst>
                    <a:ext uri="{FF2B5EF4-FFF2-40B4-BE49-F238E27FC236}">
                      <a16:creationId xmlns:a16="http://schemas.microsoft.com/office/drawing/2014/main" id="{DAF283E5-22FA-93DD-FB58-AA9A0424C93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7" name="Line 67">
                  <a:extLst>
                    <a:ext uri="{FF2B5EF4-FFF2-40B4-BE49-F238E27FC236}">
                      <a16:creationId xmlns:a16="http://schemas.microsoft.com/office/drawing/2014/main" id="{CE496269-4163-B3BB-A9E1-56F00C65A0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8" name="Line 80">
                  <a:extLst>
                    <a:ext uri="{FF2B5EF4-FFF2-40B4-BE49-F238E27FC236}">
                      <a16:creationId xmlns:a16="http://schemas.microsoft.com/office/drawing/2014/main" id="{90179A3F-210B-6566-A4A2-F50DAB4E89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9" name="Line 83">
                  <a:extLst>
                    <a:ext uri="{FF2B5EF4-FFF2-40B4-BE49-F238E27FC236}">
                      <a16:creationId xmlns:a16="http://schemas.microsoft.com/office/drawing/2014/main" id="{772AEF66-4E36-6C46-BEE9-2E18CDC2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0" name="Line 86">
                  <a:extLst>
                    <a:ext uri="{FF2B5EF4-FFF2-40B4-BE49-F238E27FC236}">
                      <a16:creationId xmlns:a16="http://schemas.microsoft.com/office/drawing/2014/main" id="{258703F6-E13A-5C69-B4D3-DE791D24F1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1" name="Line 89">
                  <a:extLst>
                    <a:ext uri="{FF2B5EF4-FFF2-40B4-BE49-F238E27FC236}">
                      <a16:creationId xmlns:a16="http://schemas.microsoft.com/office/drawing/2014/main" id="{EEC221A3-F3A0-F165-B37C-BF65A34237A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1BE042E-E49B-4A5F-357E-8DB2C56DD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C166BC29-F4E6-A651-BD21-70A8B85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002A7A7-B4BB-9C4C-3948-E72F7F44D1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CF73A36C-4216-A151-D845-77BCCDC9E71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Rectangle 30">
                  <a:extLst>
                    <a:ext uri="{FF2B5EF4-FFF2-40B4-BE49-F238E27FC236}">
                      <a16:creationId xmlns:a16="http://schemas.microsoft.com/office/drawing/2014/main" id="{5BBF4110-E046-056F-4D58-8896610108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30">
                  <a:extLst>
                    <a:ext uri="{FF2B5EF4-FFF2-40B4-BE49-F238E27FC236}">
                      <a16:creationId xmlns:a16="http://schemas.microsoft.com/office/drawing/2014/main" id="{809EE42A-5648-154F-432A-D9F3570862D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783DC31-F0EF-CF42-ED90-75B1ABD16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798C938D-4846-6187-1846-8DF73B4DD1D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E52F3A13-6583-B19D-8326-EDCA4E9994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AC02D64-2157-DCA3-9D5E-57703AAB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EDD009B-AFCE-7C90-EDC0-4823F23EA1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8DCD1D20-6F7B-2005-233C-448F727696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C701A3C9-3B53-4238-2638-1B8BA0EC5F5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36AC7693-785F-3C83-9A64-E6039FA0E0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F359D63-C81D-206A-44F3-F1273C0708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6" name="Freeform 68">
                  <a:extLst>
                    <a:ext uri="{FF2B5EF4-FFF2-40B4-BE49-F238E27FC236}">
                      <a16:creationId xmlns:a16="http://schemas.microsoft.com/office/drawing/2014/main" id="{220AC73E-818C-B36C-CBD0-B0B5802981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69">
                  <a:extLst>
                    <a:ext uri="{FF2B5EF4-FFF2-40B4-BE49-F238E27FC236}">
                      <a16:creationId xmlns:a16="http://schemas.microsoft.com/office/drawing/2014/main" id="{E5255418-4DCC-DA3A-8A94-1E4253DD4C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Line 70">
                  <a:extLst>
                    <a:ext uri="{FF2B5EF4-FFF2-40B4-BE49-F238E27FC236}">
                      <a16:creationId xmlns:a16="http://schemas.microsoft.com/office/drawing/2014/main" id="{81D8F951-4C97-BFA4-4434-DCEC72D59E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784D93E-84DF-A671-0102-F4445B9DB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4377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303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0301" y="533292"/>
            <a:ext cx="4132469" cy="2213542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98061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E5FA1-697B-6FB5-4F63-346DF5F170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30067" y="3219450"/>
            <a:ext cx="4128934" cy="3092780"/>
          </a:xfrm>
        </p:spPr>
        <p:txBody>
          <a:bodyPr/>
          <a:lstStyle>
            <a:lvl1pPr marL="0" indent="0" algn="ctr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1pPr>
            <a:lvl2pPr marL="36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2pPr>
            <a:lvl3pPr marL="72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3pPr>
            <a:lvl4pPr marL="108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4pPr>
            <a:lvl5pPr marL="1440000" indent="0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894668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9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7" r:id="rId17"/>
    <p:sldLayoutId id="2147483672" r:id="rId18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D2D76E3-BBAC-4D3C-9314-D3076FA90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عنوان 13">
            <a:extLst>
              <a:ext uri="{FF2B5EF4-FFF2-40B4-BE49-F238E27FC236}">
                <a16:creationId xmlns:a16="http://schemas.microsoft.com/office/drawing/2014/main" id="{A02D7329-6C84-5F5F-9408-84CAB669C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600" y="536575"/>
            <a:ext cx="4078800" cy="1453003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US"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Bellabeat Case Study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5C945D9-C3DE-4D90-9F29-7BE223A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9766" y="716800"/>
            <a:ext cx="3838575" cy="5583025"/>
            <a:chOff x="199766" y="716800"/>
            <a:chExt cx="3838575" cy="558302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8D338B3-6DA4-45F7-91E3-7D8C28D0B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41" name="Freeform 64">
                <a:extLst>
                  <a:ext uri="{FF2B5EF4-FFF2-40B4-BE49-F238E27FC236}">
                    <a16:creationId xmlns:a16="http://schemas.microsoft.com/office/drawing/2014/main" id="{6185FD3E-487C-45A4-AD94-24F4F7BACD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81">
                <a:extLst>
                  <a:ext uri="{FF2B5EF4-FFF2-40B4-BE49-F238E27FC236}">
                    <a16:creationId xmlns:a16="http://schemas.microsoft.com/office/drawing/2014/main" id="{DABEF2EB-1FA6-476D-ADEC-ACC991D1EE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61">
                <a:extLst>
                  <a:ext uri="{FF2B5EF4-FFF2-40B4-BE49-F238E27FC236}">
                    <a16:creationId xmlns:a16="http://schemas.microsoft.com/office/drawing/2014/main" id="{702C2E5D-FD1A-49AB-9CF7-7F656660A9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78">
                <a:extLst>
                  <a:ext uri="{FF2B5EF4-FFF2-40B4-BE49-F238E27FC236}">
                    <a16:creationId xmlns:a16="http://schemas.microsoft.com/office/drawing/2014/main" id="{FE338B6A-36C1-4245-B24F-94D4DE5F7C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Freeform 84">
                <a:extLst>
                  <a:ext uri="{FF2B5EF4-FFF2-40B4-BE49-F238E27FC236}">
                    <a16:creationId xmlns:a16="http://schemas.microsoft.com/office/drawing/2014/main" id="{6CDA6293-4165-4383-9C97-2A66792280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" name="Freeform 87">
                <a:extLst>
                  <a:ext uri="{FF2B5EF4-FFF2-40B4-BE49-F238E27FC236}">
                    <a16:creationId xmlns:a16="http://schemas.microsoft.com/office/drawing/2014/main" id="{CACA95C4-6FB3-44B0-981E-06BBAE8F02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" name="Freeform 60">
                <a:extLst>
                  <a:ext uri="{FF2B5EF4-FFF2-40B4-BE49-F238E27FC236}">
                    <a16:creationId xmlns:a16="http://schemas.microsoft.com/office/drawing/2014/main" id="{87433F39-33A6-4FCE-9B83-3D9A47A7C5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59">
                <a:extLst>
                  <a:ext uri="{FF2B5EF4-FFF2-40B4-BE49-F238E27FC236}">
                    <a16:creationId xmlns:a16="http://schemas.microsoft.com/office/drawing/2014/main" id="{09C092FC-35CB-41D8-8B13-9A238EE30C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62">
                <a:extLst>
                  <a:ext uri="{FF2B5EF4-FFF2-40B4-BE49-F238E27FC236}">
                    <a16:creationId xmlns:a16="http://schemas.microsoft.com/office/drawing/2014/main" id="{A0DF137B-3079-4986-913B-939546E64D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0" name="Freeform 65">
                <a:extLst>
                  <a:ext uri="{FF2B5EF4-FFF2-40B4-BE49-F238E27FC236}">
                    <a16:creationId xmlns:a16="http://schemas.microsoft.com/office/drawing/2014/main" id="{D660B18D-F0F5-419B-B3F1-B039757C95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79">
                <a:extLst>
                  <a:ext uri="{FF2B5EF4-FFF2-40B4-BE49-F238E27FC236}">
                    <a16:creationId xmlns:a16="http://schemas.microsoft.com/office/drawing/2014/main" id="{80FAC823-69BF-42B9-BA6A-E365E721EB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Freeform 82">
                <a:extLst>
                  <a:ext uri="{FF2B5EF4-FFF2-40B4-BE49-F238E27FC236}">
                    <a16:creationId xmlns:a16="http://schemas.microsoft.com/office/drawing/2014/main" id="{5B5DFB3A-61ED-4206-9B53-3E8A8CE9FF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85">
                <a:extLst>
                  <a:ext uri="{FF2B5EF4-FFF2-40B4-BE49-F238E27FC236}">
                    <a16:creationId xmlns:a16="http://schemas.microsoft.com/office/drawing/2014/main" id="{C72D0A40-CAB7-45AB-B832-628D138C69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Freeform 88">
                <a:extLst>
                  <a:ext uri="{FF2B5EF4-FFF2-40B4-BE49-F238E27FC236}">
                    <a16:creationId xmlns:a16="http://schemas.microsoft.com/office/drawing/2014/main" id="{A1757DD3-2A1D-4CED-A678-ECE520A1B4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42918845-1F95-46C2-8F59-32EB33C4A3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56" name="Line 63">
                  <a:extLst>
                    <a:ext uri="{FF2B5EF4-FFF2-40B4-BE49-F238E27FC236}">
                      <a16:creationId xmlns:a16="http://schemas.microsoft.com/office/drawing/2014/main" id="{E7391FC0-5104-4751-BB86-0D12BFFBE32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Line 66">
                  <a:extLst>
                    <a:ext uri="{FF2B5EF4-FFF2-40B4-BE49-F238E27FC236}">
                      <a16:creationId xmlns:a16="http://schemas.microsoft.com/office/drawing/2014/main" id="{094BBC13-5B24-4DFD-A5AD-892345304C5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" name="Line 67">
                  <a:extLst>
                    <a:ext uri="{FF2B5EF4-FFF2-40B4-BE49-F238E27FC236}">
                      <a16:creationId xmlns:a16="http://schemas.microsoft.com/office/drawing/2014/main" id="{5D6BCBF6-E4C8-49C4-BCE6-A57F7EB6CAC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" name="Line 80">
                  <a:extLst>
                    <a:ext uri="{FF2B5EF4-FFF2-40B4-BE49-F238E27FC236}">
                      <a16:creationId xmlns:a16="http://schemas.microsoft.com/office/drawing/2014/main" id="{4A5F536F-42F0-4F01-9893-075DD5BCCE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" name="Line 83">
                  <a:extLst>
                    <a:ext uri="{FF2B5EF4-FFF2-40B4-BE49-F238E27FC236}">
                      <a16:creationId xmlns:a16="http://schemas.microsoft.com/office/drawing/2014/main" id="{60BE5073-8B4E-47B4-AC5B-31D8FD99D2C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" name="Line 86">
                  <a:extLst>
                    <a:ext uri="{FF2B5EF4-FFF2-40B4-BE49-F238E27FC236}">
                      <a16:creationId xmlns:a16="http://schemas.microsoft.com/office/drawing/2014/main" id="{B210067F-EA9E-4248-B2D2-39D656B3AF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Line 89">
                  <a:extLst>
                    <a:ext uri="{FF2B5EF4-FFF2-40B4-BE49-F238E27FC236}">
                      <a16:creationId xmlns:a16="http://schemas.microsoft.com/office/drawing/2014/main" id="{B5121029-6739-4142-9E53-48DCA4F8BDC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776FFF-7CFE-4739-9104-473DA368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739C6C41-5DF4-4A11-89B7-BAB3F63B58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A6F0F36F-7ABB-4F4C-9CC5-443B1936F48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4F2DB5F0-FD30-4907-86AB-7DA7CA3E31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Rectangle 30">
                  <a:extLst>
                    <a:ext uri="{FF2B5EF4-FFF2-40B4-BE49-F238E27FC236}">
                      <a16:creationId xmlns:a16="http://schemas.microsoft.com/office/drawing/2014/main" id="{0A419F00-E825-4E5E-92EA-DDF22BB2FB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 30">
                  <a:extLst>
                    <a:ext uri="{FF2B5EF4-FFF2-40B4-BE49-F238E27FC236}">
                      <a16:creationId xmlns:a16="http://schemas.microsoft.com/office/drawing/2014/main" id="{D7C5E6F1-BF29-4F80-A5F4-81345C29015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72CEDE34-3360-4BFF-8F28-053990E691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898E96F4-030D-444B-B62F-0DA0283377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A5D902ED-F254-4B06-9B62-AF188FF41A7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EBB14B7-5333-4EA3-A883-B3D949DA56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1F2F0B6D-3339-445E-AE6F-EA80BB952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30" name="Freeform 68">
                  <a:extLst>
                    <a:ext uri="{FF2B5EF4-FFF2-40B4-BE49-F238E27FC236}">
                      <a16:creationId xmlns:a16="http://schemas.microsoft.com/office/drawing/2014/main" id="{1FD745BE-AAE8-4FD8-B107-4730C82F8C7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69">
                  <a:extLst>
                    <a:ext uri="{FF2B5EF4-FFF2-40B4-BE49-F238E27FC236}">
                      <a16:creationId xmlns:a16="http://schemas.microsoft.com/office/drawing/2014/main" id="{55D7086E-72EA-4FBD-8B82-D3ECF7D5137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Line 70">
                  <a:extLst>
                    <a:ext uri="{FF2B5EF4-FFF2-40B4-BE49-F238E27FC236}">
                      <a16:creationId xmlns:a16="http://schemas.microsoft.com/office/drawing/2014/main" id="{246D59ED-9B4E-4F44-B189-00E3B8D72DC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726404C-494E-4C74-9581-BE06BE0D27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C61F0CD3-7875-46CD-A844-0B022BEF275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D83F2F78-08A8-49BE-AF85-1C3DD28602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93069262-0DE6-4BA7-9773-656AF1E6CF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2725E2D-27B9-4A2E-B161-230C61B08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4EDE20AD-2674-D9A6-D4BD-3BE996ED0CA4}"/>
              </a:ext>
            </a:extLst>
          </p:cNvPr>
          <p:cNvSpPr txBox="1"/>
          <p:nvPr/>
        </p:nvSpPr>
        <p:spPr>
          <a:xfrm>
            <a:off x="3857552" y="2953729"/>
            <a:ext cx="4433575" cy="2901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BEC8D2"/>
                </a:solidFill>
              </a:defRPr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</a:rPr>
              <a:t>Data-driven insights &amp; marketing recommendations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BEC8D2"/>
                </a:solidFill>
              </a:defRPr>
            </a:pPr>
            <a:endParaRPr lang="en-US" sz="2000" b="1" spc="50" dirty="0">
              <a:solidFill>
                <a:schemeClr val="tx1">
                  <a:alpha val="60000"/>
                </a:schemeClr>
              </a:solidFill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5C23123-3C5C-4A8B-AD1C-138D7B73D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ADC1AC98-A945-45DC-A533-43311AB5AF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86" name="Freeform 64">
                <a:extLst>
                  <a:ext uri="{FF2B5EF4-FFF2-40B4-BE49-F238E27FC236}">
                    <a16:creationId xmlns:a16="http://schemas.microsoft.com/office/drawing/2014/main" id="{525BFDD7-7DC7-4933-95CA-274FF3A12B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81">
                <a:extLst>
                  <a:ext uri="{FF2B5EF4-FFF2-40B4-BE49-F238E27FC236}">
                    <a16:creationId xmlns:a16="http://schemas.microsoft.com/office/drawing/2014/main" id="{56EAE20D-E363-445F-AAA9-8923C7A41D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61">
                <a:extLst>
                  <a:ext uri="{FF2B5EF4-FFF2-40B4-BE49-F238E27FC236}">
                    <a16:creationId xmlns:a16="http://schemas.microsoft.com/office/drawing/2014/main" id="{63DF7269-8701-4F88-89A3-EA45D9DF59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78">
                <a:extLst>
                  <a:ext uri="{FF2B5EF4-FFF2-40B4-BE49-F238E27FC236}">
                    <a16:creationId xmlns:a16="http://schemas.microsoft.com/office/drawing/2014/main" id="{2DDEEFE7-743E-40D3-AB86-C074CADC93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84">
                <a:extLst>
                  <a:ext uri="{FF2B5EF4-FFF2-40B4-BE49-F238E27FC236}">
                    <a16:creationId xmlns:a16="http://schemas.microsoft.com/office/drawing/2014/main" id="{6DC0260D-7AA3-4733-B3CB-6389FCCABD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87">
                <a:extLst>
                  <a:ext uri="{FF2B5EF4-FFF2-40B4-BE49-F238E27FC236}">
                    <a16:creationId xmlns:a16="http://schemas.microsoft.com/office/drawing/2014/main" id="{E9487A85-3305-4BD8-A4FB-7939820DE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60">
                <a:extLst>
                  <a:ext uri="{FF2B5EF4-FFF2-40B4-BE49-F238E27FC236}">
                    <a16:creationId xmlns:a16="http://schemas.microsoft.com/office/drawing/2014/main" id="{9A56408A-8D1F-4308-888A-C10250ED40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59">
                <a:extLst>
                  <a:ext uri="{FF2B5EF4-FFF2-40B4-BE49-F238E27FC236}">
                    <a16:creationId xmlns:a16="http://schemas.microsoft.com/office/drawing/2014/main" id="{B8EA7519-3D12-4CBF-9CF9-2DBF5379C4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62">
                <a:extLst>
                  <a:ext uri="{FF2B5EF4-FFF2-40B4-BE49-F238E27FC236}">
                    <a16:creationId xmlns:a16="http://schemas.microsoft.com/office/drawing/2014/main" id="{CBCFA958-AB70-45BC-86FB-95916AC882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" name="Freeform 65">
                <a:extLst>
                  <a:ext uri="{FF2B5EF4-FFF2-40B4-BE49-F238E27FC236}">
                    <a16:creationId xmlns:a16="http://schemas.microsoft.com/office/drawing/2014/main" id="{EC7CC8AD-3574-4368-9084-30AA269FB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79">
                <a:extLst>
                  <a:ext uri="{FF2B5EF4-FFF2-40B4-BE49-F238E27FC236}">
                    <a16:creationId xmlns:a16="http://schemas.microsoft.com/office/drawing/2014/main" id="{AAF385D0-C8F4-4D2E-A604-55B0C4A37A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82">
                <a:extLst>
                  <a:ext uri="{FF2B5EF4-FFF2-40B4-BE49-F238E27FC236}">
                    <a16:creationId xmlns:a16="http://schemas.microsoft.com/office/drawing/2014/main" id="{5807D27C-D4CF-4DD8-95BF-BE0E820995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85">
                <a:extLst>
                  <a:ext uri="{FF2B5EF4-FFF2-40B4-BE49-F238E27FC236}">
                    <a16:creationId xmlns:a16="http://schemas.microsoft.com/office/drawing/2014/main" id="{AF358179-B76F-48FB-9D1E-25F2B422B7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88">
                <a:extLst>
                  <a:ext uri="{FF2B5EF4-FFF2-40B4-BE49-F238E27FC236}">
                    <a16:creationId xmlns:a16="http://schemas.microsoft.com/office/drawing/2014/main" id="{4F860F54-6F02-429D-84F9-216C593FDA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AF2CD1C6-D2DC-4C27-A7A3-0D6ECCB7B2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101" name="Line 63">
                  <a:extLst>
                    <a:ext uri="{FF2B5EF4-FFF2-40B4-BE49-F238E27FC236}">
                      <a16:creationId xmlns:a16="http://schemas.microsoft.com/office/drawing/2014/main" id="{17251CE3-FBBE-4B37-B229-DF726C4AE56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Line 66">
                  <a:extLst>
                    <a:ext uri="{FF2B5EF4-FFF2-40B4-BE49-F238E27FC236}">
                      <a16:creationId xmlns:a16="http://schemas.microsoft.com/office/drawing/2014/main" id="{14522961-6FA8-43A3-894B-20435789E3A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" name="Line 67">
                  <a:extLst>
                    <a:ext uri="{FF2B5EF4-FFF2-40B4-BE49-F238E27FC236}">
                      <a16:creationId xmlns:a16="http://schemas.microsoft.com/office/drawing/2014/main" id="{54230A9C-2E62-416C-A910-A26CB0BB744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Line 80">
                  <a:extLst>
                    <a:ext uri="{FF2B5EF4-FFF2-40B4-BE49-F238E27FC236}">
                      <a16:creationId xmlns:a16="http://schemas.microsoft.com/office/drawing/2014/main" id="{EDC7B8CE-339C-4B31-9A1E-1E6F3F20E51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" name="Line 83">
                  <a:extLst>
                    <a:ext uri="{FF2B5EF4-FFF2-40B4-BE49-F238E27FC236}">
                      <a16:creationId xmlns:a16="http://schemas.microsoft.com/office/drawing/2014/main" id="{D5900B3C-A349-4C11-8871-F0C656F06A2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" name="Line 86">
                  <a:extLst>
                    <a:ext uri="{FF2B5EF4-FFF2-40B4-BE49-F238E27FC236}">
                      <a16:creationId xmlns:a16="http://schemas.microsoft.com/office/drawing/2014/main" id="{B836DF39-5332-440E-BD43-94EF14B9F7A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" name="Line 89">
                  <a:extLst>
                    <a:ext uri="{FF2B5EF4-FFF2-40B4-BE49-F238E27FC236}">
                      <a16:creationId xmlns:a16="http://schemas.microsoft.com/office/drawing/2014/main" id="{25596AFB-7112-451F-A40E-C4D365BC05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67B87DF-BE21-4275-A328-36294B5E8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5DF7768E-3A7E-48EA-AE6B-544137E017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0C7E39C2-9BBA-4C6E-B352-FADF72FF84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55FF2688-1869-4A97-A594-AD2F8C720AD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Rectangle 30">
                  <a:extLst>
                    <a:ext uri="{FF2B5EF4-FFF2-40B4-BE49-F238E27FC236}">
                      <a16:creationId xmlns:a16="http://schemas.microsoft.com/office/drawing/2014/main" id="{035F350E-CDEC-47D7-B1F6-BB33F7263D5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30">
                  <a:extLst>
                    <a:ext uri="{FF2B5EF4-FFF2-40B4-BE49-F238E27FC236}">
                      <a16:creationId xmlns:a16="http://schemas.microsoft.com/office/drawing/2014/main" id="{32757671-5219-4448-9D74-96978B78FB2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A62FFE05-1BB5-478B-ACB7-0201D6E0B8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08CF1D90-5BE7-4777-9D00-4B898D6A5D0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D066325E-CB67-49CD-9A41-2CFD6BCC903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405EB12-3265-4FD8-AE15-B453CFF08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BCD1DA60-1F78-4286-AD75-48457E4E42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75" name="Freeform 68">
                  <a:extLst>
                    <a:ext uri="{FF2B5EF4-FFF2-40B4-BE49-F238E27FC236}">
                      <a16:creationId xmlns:a16="http://schemas.microsoft.com/office/drawing/2014/main" id="{F2434CC9-D9BE-4CC5-A618-AC659C5CBD7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69">
                  <a:extLst>
                    <a:ext uri="{FF2B5EF4-FFF2-40B4-BE49-F238E27FC236}">
                      <a16:creationId xmlns:a16="http://schemas.microsoft.com/office/drawing/2014/main" id="{B9A88CD6-DA9C-42B2-A37B-5A0E1BED75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Line 70">
                  <a:extLst>
                    <a:ext uri="{FF2B5EF4-FFF2-40B4-BE49-F238E27FC236}">
                      <a16:creationId xmlns:a16="http://schemas.microsoft.com/office/drawing/2014/main" id="{4A018333-A419-44AE-9CF5-57D5319073C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4C9BB730-80E2-4F3A-882B-7ED9186ABD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72" name="Freeform 68">
                  <a:extLst>
                    <a:ext uri="{FF2B5EF4-FFF2-40B4-BE49-F238E27FC236}">
                      <a16:creationId xmlns:a16="http://schemas.microsoft.com/office/drawing/2014/main" id="{D48E4E69-835A-40C7-A548-8947A81DC1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69">
                  <a:extLst>
                    <a:ext uri="{FF2B5EF4-FFF2-40B4-BE49-F238E27FC236}">
                      <a16:creationId xmlns:a16="http://schemas.microsoft.com/office/drawing/2014/main" id="{E4F80DAC-11B8-4A6F-9CAA-8C62C6A2E6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Line 70">
                  <a:extLst>
                    <a:ext uri="{FF2B5EF4-FFF2-40B4-BE49-F238E27FC236}">
                      <a16:creationId xmlns:a16="http://schemas.microsoft.com/office/drawing/2014/main" id="{FF491AF2-6D67-4650-B34C-5BB5F11284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2EE047-566C-48D4-9F44-4BB3B58F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2483074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pPr algn="l"/>
            <a:r>
              <a:rPr lang="en-US"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Business Task</a:t>
            </a:r>
            <a:br>
              <a:rPr lang="en-US"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200" kern="1200" cap="none" spc="0" baseline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97457" y="935999"/>
            <a:ext cx="6114543" cy="483297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/>
              <a:t>• Analyze smart-device usage to uncover behavior trends and prioritise marketing actions.</a:t>
            </a:r>
          </a:p>
          <a:p>
            <a:pPr algn="l"/>
            <a:r>
              <a:rPr lang="en-US"/>
              <a:t>• Identify which signals best indicate meaningful activity (steps, calories, very active minutes).</a:t>
            </a:r>
          </a:p>
          <a:p>
            <a:pPr algn="l"/>
            <a:r>
              <a:rPr lang="en-US"/>
              <a:t>• Provide actionable marketing recommendations for Bellabeat products.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8EE24C-0DEE-4852-98D1-766934BDA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8100000" flipH="1">
            <a:off x="1119768" y="3861832"/>
            <a:ext cx="1785984" cy="2211229"/>
            <a:chOff x="3125006" y="3171595"/>
            <a:chExt cx="1785984" cy="2211229"/>
          </a:xfrm>
        </p:grpSpPr>
        <p:grpSp>
          <p:nvGrpSpPr>
            <p:cNvPr id="19" name="Group 10">
              <a:extLst>
                <a:ext uri="{FF2B5EF4-FFF2-40B4-BE49-F238E27FC236}">
                  <a16:creationId xmlns:a16="http://schemas.microsoft.com/office/drawing/2014/main" id="{C6CBEAFE-2CF0-4684-B451-EB4CC26C1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829D087-6E8C-49B4-8B14-A7322D6C92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06AD7EE-911D-452D-BB96-558319A67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 30">
                <a:extLst>
                  <a:ext uri="{FF2B5EF4-FFF2-40B4-BE49-F238E27FC236}">
                    <a16:creationId xmlns:a16="http://schemas.microsoft.com/office/drawing/2014/main" id="{EFB3432A-F33E-4636-93EA-39E5DE75C6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201E85ED-EC70-4C1F-ADA1-385AFA3DBC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96CFCCC-96DF-4A61-9E5D-558B1B947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FC78AD6F-09CE-4B30-BD5B-385DC487EF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5CE9B157-EB63-48A0-9199-65F4594C1C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0988" y="541513"/>
            <a:ext cx="3453761" cy="2303213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/>
            <a:r>
              <a:rPr lang="en-US" kern="1200" cap="none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Sources &amp; Cleaning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A513CAD-9784-4D35-BAF9-1F7DDD69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مربع نص 2">
            <a:extLst>
              <a:ext uri="{FF2B5EF4-FFF2-40B4-BE49-F238E27FC236}">
                <a16:creationId xmlns:a16="http://schemas.microsoft.com/office/drawing/2014/main" id="{73C426AB-0198-619D-C002-B2CA1D360F93}"/>
              </a:ext>
            </a:extLst>
          </p:cNvPr>
          <p:cNvSpPr txBox="1"/>
          <p:nvPr/>
        </p:nvSpPr>
        <p:spPr>
          <a:xfrm>
            <a:off x="5202939" y="450000"/>
            <a:ext cx="6448073" cy="248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r>
              <a:rPr lang="en-US" spc="50" dirty="0">
                <a:solidFill>
                  <a:schemeClr val="tx1">
                    <a:alpha val="60000"/>
                  </a:schemeClr>
                </a:solidFill>
              </a:rPr>
              <a:t>• Data: Kaggle </a:t>
            </a:r>
            <a:r>
              <a:rPr lang="en-US" spc="50" dirty="0" err="1">
                <a:solidFill>
                  <a:schemeClr val="tx1">
                    <a:alpha val="60000"/>
                  </a:schemeClr>
                </a:solidFill>
              </a:rPr>
              <a:t>FitBit</a:t>
            </a:r>
            <a:r>
              <a:rPr lang="en-US" spc="50" dirty="0">
                <a:solidFill>
                  <a:schemeClr val="tx1">
                    <a:alpha val="60000"/>
                  </a:schemeClr>
                </a:solidFill>
              </a:rPr>
              <a:t> dataset — daily, hourly and minute-level sheets (30 users).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endParaRPr lang="en-US" spc="50" dirty="0">
              <a:solidFill>
                <a:schemeClr val="tx1">
                  <a:alpha val="60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r>
              <a:rPr lang="en-US" spc="50" dirty="0">
                <a:solidFill>
                  <a:schemeClr val="tx1">
                    <a:alpha val="60000"/>
                  </a:schemeClr>
                </a:solidFill>
              </a:rPr>
              <a:t>• Key sheets: </a:t>
            </a:r>
            <a:r>
              <a:rPr lang="en-US" spc="50" dirty="0" err="1">
                <a:solidFill>
                  <a:schemeClr val="tx1">
                    <a:alpha val="60000"/>
                  </a:schemeClr>
                </a:solidFill>
              </a:rPr>
              <a:t>dailyActivity</a:t>
            </a:r>
            <a:r>
              <a:rPr lang="en-US" spc="50" dirty="0">
                <a:solidFill>
                  <a:schemeClr val="tx1">
                    <a:alpha val="60000"/>
                  </a:schemeClr>
                </a:solidFill>
              </a:rPr>
              <a:t>, </a:t>
            </a:r>
            <a:r>
              <a:rPr lang="en-US" spc="50" dirty="0" err="1">
                <a:solidFill>
                  <a:schemeClr val="tx1">
                    <a:alpha val="60000"/>
                  </a:schemeClr>
                </a:solidFill>
              </a:rPr>
              <a:t>Hourly_Activity_Data</a:t>
            </a:r>
            <a:r>
              <a:rPr lang="en-US" spc="50" dirty="0">
                <a:solidFill>
                  <a:schemeClr val="tx1">
                    <a:alpha val="60000"/>
                  </a:schemeClr>
                </a:solidFill>
              </a:rPr>
              <a:t>, </a:t>
            </a:r>
            <a:r>
              <a:rPr lang="en-US" spc="50" dirty="0" err="1">
                <a:solidFill>
                  <a:schemeClr val="tx1">
                    <a:alpha val="60000"/>
                  </a:schemeClr>
                </a:solidFill>
              </a:rPr>
              <a:t>minuteSleep</a:t>
            </a:r>
            <a:r>
              <a:rPr lang="en-US" spc="50" dirty="0">
                <a:solidFill>
                  <a:schemeClr val="tx1">
                    <a:alpha val="60000"/>
                  </a:schemeClr>
                </a:solidFill>
              </a:rPr>
              <a:t>, minute-level steps/calories.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endParaRPr lang="en-US" spc="50" dirty="0">
              <a:solidFill>
                <a:schemeClr val="tx1">
                  <a:alpha val="60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r>
              <a:rPr lang="en-US" spc="50" dirty="0">
                <a:solidFill>
                  <a:schemeClr val="tx1">
                    <a:alpha val="60000"/>
                  </a:schemeClr>
                </a:solidFill>
              </a:rPr>
              <a:t>• Cleaning: standardized timestamps, merged minute-level data, filtered probable non-wear days (</a:t>
            </a:r>
            <a:r>
              <a:rPr lang="en-US" spc="50" dirty="0" err="1">
                <a:solidFill>
                  <a:schemeClr val="tx1">
                    <a:alpha val="60000"/>
                  </a:schemeClr>
                </a:solidFill>
              </a:rPr>
              <a:t>total_steps</a:t>
            </a:r>
            <a:r>
              <a:rPr lang="en-US" spc="50" dirty="0">
                <a:solidFill>
                  <a:schemeClr val="tx1">
                    <a:alpha val="60000"/>
                  </a:schemeClr>
                </a:solidFill>
              </a:rPr>
              <a:t> &gt;= 1000).</a:t>
            </a: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FB613AD-00EA-4831-B6D3-32608400E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9001"/>
            <a:ext cx="12192000" cy="34289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19" name="صورة 18" descr="صورة تحتوي على لقطة شاشة, ميدان/ مربع, خط, أسود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8D6B3029-90C0-F188-788C-99B646415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064" y="3539401"/>
            <a:ext cx="6637196" cy="331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30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8" y="749807"/>
            <a:ext cx="3389065" cy="869873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200" kern="1200" cap="none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Analysis Summary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0AF52B45-85A5-7784-F4C1-7C4AB1BEF49C}"/>
              </a:ext>
            </a:extLst>
          </p:cNvPr>
          <p:cNvSpPr txBox="1"/>
          <p:nvPr/>
        </p:nvSpPr>
        <p:spPr>
          <a:xfrm>
            <a:off x="138171" y="2877018"/>
            <a:ext cx="4036528" cy="2901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r>
              <a:rPr lang="en-US" spc="50" dirty="0">
                <a:solidFill>
                  <a:schemeClr val="tx1">
                    <a:alpha val="60000"/>
                  </a:schemeClr>
                </a:solidFill>
              </a:rPr>
              <a:t>• Strong correlation: Steps vs </a:t>
            </a:r>
            <a:r>
              <a:rPr lang="en-US" spc="50" dirty="0" err="1">
                <a:solidFill>
                  <a:schemeClr val="tx1">
                    <a:alpha val="60000"/>
                  </a:schemeClr>
                </a:solidFill>
              </a:rPr>
              <a:t>VeryActiveMinutes</a:t>
            </a:r>
            <a:r>
              <a:rPr lang="en-US" spc="50" dirty="0">
                <a:solidFill>
                  <a:schemeClr val="tx1">
                    <a:alpha val="60000"/>
                  </a:schemeClr>
                </a:solidFill>
              </a:rPr>
              <a:t> (r ≈ 0.69) — active minutes are best proxy for exertion.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endParaRPr lang="en-US" spc="50" dirty="0">
              <a:solidFill>
                <a:schemeClr val="tx1">
                  <a:alpha val="60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r>
              <a:rPr lang="en-US" spc="50" dirty="0">
                <a:solidFill>
                  <a:schemeClr val="tx1">
                    <a:alpha val="60000"/>
                  </a:schemeClr>
                </a:solidFill>
              </a:rPr>
              <a:t>• Moderate correlation: Steps vs Calories (r ≈ 0.50).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endParaRPr lang="en-US" spc="50" dirty="0">
              <a:solidFill>
                <a:schemeClr val="tx1">
                  <a:alpha val="60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r>
              <a:rPr lang="en-US" spc="50" dirty="0">
                <a:solidFill>
                  <a:schemeClr val="tx1">
                    <a:alpha val="60000"/>
                  </a:schemeClr>
                </a:solidFill>
              </a:rPr>
              <a:t>• User segments: Low / Medium / High — targeted actions available.</a:t>
            </a:r>
          </a:p>
        </p:txBody>
      </p:sp>
      <p:pic>
        <p:nvPicPr>
          <p:cNvPr id="6" name="صورة 5" descr="صورة تحتوي على لقطة شاشة, خط, الفراغ/ الفضاء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163556B7-3D8D-F351-288F-EA8D165F9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340" y="830115"/>
            <a:ext cx="7190090" cy="514091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4421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D291F2-4F3B-9988-830C-3A03B6B27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9773" y="612779"/>
            <a:ext cx="4690917" cy="685669"/>
          </a:xfrm>
        </p:spPr>
        <p:txBody>
          <a:bodyPr>
            <a:normAutofit/>
          </a:bodyPr>
          <a:lstStyle/>
          <a:p>
            <a:r>
              <a:rPr lang="en-US" sz="3200" dirty="0"/>
              <a:t>Visuals &amp; Key Findings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957EAB-1A32-A2FE-6656-37F9DA322CC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4003" y="2983354"/>
            <a:ext cx="4050837" cy="3499611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dirty="0"/>
              <a:t>• Hourly peaks around noon and 18:00–19:00 — ideal push windows.</a:t>
            </a:r>
          </a:p>
          <a:p>
            <a:pPr algn="l"/>
            <a:r>
              <a:rPr lang="en-US" dirty="0"/>
              <a:t>• Weekday vs Weekend: no meaningful difference in mean daily steps.</a:t>
            </a:r>
          </a:p>
          <a:p>
            <a:pPr algn="l"/>
            <a:r>
              <a:rPr lang="en-US" dirty="0"/>
              <a:t>• Sleep linkage: limited matched sample (n=39); no significant linear relation.</a:t>
            </a:r>
          </a:p>
        </p:txBody>
      </p:sp>
      <p:pic>
        <p:nvPicPr>
          <p:cNvPr id="6" name="صورة 5" descr="صورة تحتوي على نص, خط, لقطة شاشة, رسم بياني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2B2466DF-C259-2E33-A198-A2C894BBB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841746"/>
            <a:ext cx="7244310" cy="517450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44867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1">
            <a:extLst>
              <a:ext uri="{FF2B5EF4-FFF2-40B4-BE49-F238E27FC236}">
                <a16:creationId xmlns:a16="http://schemas.microsoft.com/office/drawing/2014/main" id="{3D2EE047-566C-48D4-9F44-4BB3B58F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2483074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pPr algn="l"/>
            <a:r>
              <a:rPr lang="en-US" sz="3200" kern="1200" cap="none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Marketing Recommendations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7D99333C-1AE2-47AD-D8A4-543453D9F019}"/>
              </a:ext>
            </a:extLst>
          </p:cNvPr>
          <p:cNvSpPr txBox="1"/>
          <p:nvPr/>
        </p:nvSpPr>
        <p:spPr>
          <a:xfrm>
            <a:off x="4997457" y="935999"/>
            <a:ext cx="6114543" cy="483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r>
              <a:rPr lang="en-US" sz="1700" spc="50" dirty="0">
                <a:solidFill>
                  <a:schemeClr val="tx1">
                    <a:alpha val="60000"/>
                  </a:schemeClr>
                </a:solidFill>
              </a:rPr>
              <a:t>• Primary metric: </a:t>
            </a:r>
            <a:r>
              <a:rPr lang="en-US" sz="1700" spc="50" dirty="0" err="1">
                <a:solidFill>
                  <a:schemeClr val="tx1">
                    <a:alpha val="60000"/>
                  </a:schemeClr>
                </a:solidFill>
              </a:rPr>
              <a:t>very_active_minutes</a:t>
            </a:r>
            <a:r>
              <a:rPr lang="en-US" sz="1700" spc="50" dirty="0">
                <a:solidFill>
                  <a:schemeClr val="tx1">
                    <a:alpha val="60000"/>
                  </a:schemeClr>
                </a:solidFill>
              </a:rPr>
              <a:t> — message around '30 minutes active’.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endParaRPr lang="en-US" sz="1700" spc="50" dirty="0">
              <a:solidFill>
                <a:schemeClr val="tx1">
                  <a:alpha val="60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r>
              <a:rPr lang="en-US" sz="1700" spc="50" dirty="0">
                <a:solidFill>
                  <a:schemeClr val="tx1">
                    <a:alpha val="60000"/>
                  </a:schemeClr>
                </a:solidFill>
              </a:rPr>
              <a:t>• Segmented campaigns: Low (micro-goals), Medium (challenges), High (upsell).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endParaRPr lang="en-US" sz="1700" spc="50" dirty="0">
              <a:solidFill>
                <a:schemeClr val="tx1">
                  <a:alpha val="60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r>
              <a:rPr lang="en-US" sz="1700" spc="50" dirty="0">
                <a:solidFill>
                  <a:schemeClr val="tx1">
                    <a:alpha val="60000"/>
                  </a:schemeClr>
                </a:solidFill>
              </a:rPr>
              <a:t>• Time pushes by hour-of-day, not just by weekday/weekend; A/B test messaging.</a:t>
            </a:r>
          </a:p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endParaRPr lang="en-US" sz="1700" spc="50" dirty="0">
              <a:solidFill>
                <a:schemeClr val="tx1">
                  <a:alpha val="60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600"/>
              </a:spcAft>
              <a:defRPr sz="1600">
                <a:solidFill>
                  <a:srgbClr val="E1E1E1"/>
                </a:solidFill>
              </a:defRPr>
            </a:pPr>
            <a:r>
              <a:rPr lang="en-US" sz="1700" spc="50" dirty="0">
                <a:solidFill>
                  <a:schemeClr val="tx1">
                    <a:alpha val="60000"/>
                  </a:schemeClr>
                </a:solidFill>
              </a:rPr>
              <a:t>• Build dashboards: active-minutes, segment retention, campaign lift.</a:t>
            </a:r>
          </a:p>
        </p:txBody>
      </p:sp>
      <p:grpSp>
        <p:nvGrpSpPr>
          <p:cNvPr id="103" name="Group 13">
            <a:extLst>
              <a:ext uri="{FF2B5EF4-FFF2-40B4-BE49-F238E27FC236}">
                <a16:creationId xmlns:a16="http://schemas.microsoft.com/office/drawing/2014/main" id="{B48EE24C-0DEE-4852-98D1-766934BDA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8100000" flipH="1">
            <a:off x="1119768" y="3861832"/>
            <a:ext cx="1785984" cy="2211229"/>
            <a:chOff x="3125006" y="3171595"/>
            <a:chExt cx="1785984" cy="221122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6CBEAFE-2CF0-4684-B451-EB4CC26C1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829D087-6E8C-49B4-8B14-A7322D6C92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9">
                <a:extLst>
                  <a:ext uri="{FF2B5EF4-FFF2-40B4-BE49-F238E27FC236}">
                    <a16:creationId xmlns:a16="http://schemas.microsoft.com/office/drawing/2014/main" id="{806AD7EE-911D-452D-BB96-558319A67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Rectangle 30">
                <a:extLst>
                  <a:ext uri="{FF2B5EF4-FFF2-40B4-BE49-F238E27FC236}">
                    <a16:creationId xmlns:a16="http://schemas.microsoft.com/office/drawing/2014/main" id="{EFB3432A-F33E-4636-93EA-39E5DE75C6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30">
                <a:extLst>
                  <a:ext uri="{FF2B5EF4-FFF2-40B4-BE49-F238E27FC236}">
                    <a16:creationId xmlns:a16="http://schemas.microsoft.com/office/drawing/2014/main" id="{201E85ED-EC70-4C1F-ADA1-385AFA3DBC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96CFCCC-96DF-4A61-9E5D-558B1B947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C78AD6F-09CE-4B30-BD5B-385DC487EF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CE9B157-EB63-48A0-9199-65F4594C1C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9185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8E0747AF-451C-D9F4-9DAE-1AA3DB2DBDF7}"/>
              </a:ext>
            </a:extLst>
          </p:cNvPr>
          <p:cNvSpPr txBox="1"/>
          <p:nvPr/>
        </p:nvSpPr>
        <p:spPr>
          <a:xfrm>
            <a:off x="6649297" y="3634401"/>
            <a:ext cx="6094476" cy="953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1800" spc="50" dirty="0" err="1">
                <a:solidFill>
                  <a:schemeClr val="tx1">
                    <a:alpha val="60000"/>
                  </a:schemeClr>
                </a:solidFill>
              </a:rPr>
              <a:t>Prepaerd</a:t>
            </a:r>
            <a:r>
              <a:rPr lang="en-US" sz="1800" spc="50" dirty="0">
                <a:solidFill>
                  <a:schemeClr val="tx1">
                    <a:alpha val="60000"/>
                  </a:schemeClr>
                </a:solidFill>
              </a:rPr>
              <a:t> by </a:t>
            </a: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1800" spc="50" dirty="0">
                <a:solidFill>
                  <a:schemeClr val="tx1">
                    <a:alpha val="60000"/>
                  </a:schemeClr>
                </a:solidFill>
              </a:rPr>
              <a:t> Meaad Farag Bayuosef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8954E08-A2C8-44D4-BABF-5531D0DF1F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EDA63D-DE73-4ED5-BDF0-D3D9FD35E1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AE25C0-66E9-4E74-9814-75E5D2A6CAB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{D5E45917-3213-4BCF-B4F1-ECAF770D41D4}tf11158769_win32</Template>
  <TotalTime>52</TotalTime>
  <Words>286</Words>
  <Application>Microsoft Office PowerPoint</Application>
  <PresentationFormat>شاشة عريضة</PresentationFormat>
  <Paragraphs>40</Paragraphs>
  <Slides>7</Slides>
  <Notes>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7</vt:i4>
      </vt:variant>
    </vt:vector>
  </HeadingPairs>
  <TitlesOfParts>
    <vt:vector size="13" baseType="lpstr">
      <vt:lpstr>Arial</vt:lpstr>
      <vt:lpstr>Avenir Next LT Pro</vt:lpstr>
      <vt:lpstr>Calibri</vt:lpstr>
      <vt:lpstr>Goudy Old Style</vt:lpstr>
      <vt:lpstr>Wingdings</vt:lpstr>
      <vt:lpstr>FrostyVTI</vt:lpstr>
      <vt:lpstr>Bellabeat Case Study</vt:lpstr>
      <vt:lpstr>Business Task </vt:lpstr>
      <vt:lpstr>Data Sources &amp; Cleaning</vt:lpstr>
      <vt:lpstr>Analysis Summary</vt:lpstr>
      <vt:lpstr>Visuals &amp; Key Findings</vt:lpstr>
      <vt:lpstr>Marketing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Meaad Farag Awadh BA YOUSEF</dc:creator>
  <cp:lastModifiedBy>Meaad Farag Awadh BA YOUSEF</cp:lastModifiedBy>
  <cp:revision>1</cp:revision>
  <dcterms:created xsi:type="dcterms:W3CDTF">2025-11-04T14:48:55Z</dcterms:created>
  <dcterms:modified xsi:type="dcterms:W3CDTF">2025-11-04T15:41:06Z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